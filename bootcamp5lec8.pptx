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493e051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493e051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ca47f27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ca47f2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ca47f27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ca47f27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0ca47f27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0ca47f27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mario-eth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4150" y="1392575"/>
            <a:ext cx="8795700" cy="1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9F803"/>
                </a:solidFill>
              </a:rPr>
              <a:t>Module 2. Lecture 8.</a:t>
            </a:r>
            <a:endParaRPr b="1" sz="2400">
              <a:solidFill>
                <a:srgbClr val="09F80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Solana Accounts: </a:t>
            </a:r>
            <a:r>
              <a:rPr lang="en" sz="2400">
                <a:solidFill>
                  <a:schemeClr val="lt1"/>
                </a:solidFill>
              </a:rPr>
              <a:t>Signers, PDAs,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Security Pitfalls &amp; Live Bug Hunting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700">
                <a:solidFill>
                  <a:schemeClr val="lt1"/>
                </a:solidFill>
              </a:rPr>
            </a:br>
            <a:br>
              <a:rPr lang="en" sz="1700">
                <a:solidFill>
                  <a:schemeClr val="lt1"/>
                </a:solidFill>
              </a:rPr>
            </a:br>
            <a:r>
              <a:rPr lang="en" sz="1500">
                <a:solidFill>
                  <a:schemeClr val="lt1"/>
                </a:solidFill>
              </a:rPr>
              <a:t>by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m4rio</a:t>
            </a:r>
            <a:r>
              <a:rPr lang="en" sz="1500">
                <a:solidFill>
                  <a:schemeClr val="lt1"/>
                </a:solidFill>
              </a:rPr>
              <a:t>,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security educator at Rektoff,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security researcher at Cantina</a:t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58" name="Google Shape;58;p13" title="ma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676" y="314651"/>
            <a:ext cx="2164625" cy="4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74150" y="972575"/>
            <a:ext cx="8795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rgbClr val="09F803"/>
                </a:solidFill>
              </a:rPr>
              <a:t>Hunt #1.</a:t>
            </a:r>
            <a:endParaRPr b="1" sz="2600">
              <a:solidFill>
                <a:srgbClr val="09F803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780850" y="2359225"/>
            <a:ext cx="35823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“A new start appears.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Something old lies underneath.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lt1"/>
                </a:solidFill>
              </a:rPr>
              <a:t>We begin again.”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215025" y="1106700"/>
            <a:ext cx="87957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F803"/>
                </a:solidFill>
              </a:rPr>
              <a:t>&gt; Vulnerability Type: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Missing Initialization Check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What it demonstrates?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The Problem: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Program doesn't verify if account was already initialized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Attack Vector: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Attacker can call initialize_user_profile multiple times on same account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Impact: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Complete account takeover - attacker overwrites existing data and becomes new owner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Key Learning: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Always check if accounts are already initialized before writing data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15025" y="329925"/>
            <a:ext cx="8795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9F803"/>
                </a:solidFill>
              </a:rPr>
              <a:t>🚨 Hunt 1:</a:t>
            </a:r>
            <a:r>
              <a:rPr b="1" lang="en" sz="1900">
                <a:solidFill>
                  <a:schemeClr val="lt1"/>
                </a:solidFill>
              </a:rPr>
              <a:t> Account Re-initialization Attack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74150" y="2359225"/>
            <a:ext cx="87957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“A name is not proof.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Silent hands reach past the gate.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lt1"/>
                </a:solidFill>
              </a:rPr>
              <a:t>The lock stays open.”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74150" y="945700"/>
            <a:ext cx="8795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rgbClr val="09F803"/>
                </a:solidFill>
              </a:rPr>
              <a:t>Hunt #2.</a:t>
            </a:r>
            <a:endParaRPr b="1" sz="2600">
              <a:solidFill>
                <a:srgbClr val="09F80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215025" y="1106700"/>
            <a:ext cx="87957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</a:t>
            </a:r>
            <a:r>
              <a:rPr b="1" lang="en">
                <a:solidFill>
                  <a:srgbClr val="09F803"/>
                </a:solidFill>
              </a:rPr>
              <a:t>Vulnerability Type: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Insufficient Authorization Check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>
                <a:solidFill>
                  <a:schemeClr val="lt1"/>
                </a:solidFill>
              </a:rPr>
            </a:br>
            <a:r>
              <a:rPr b="1" lang="en">
                <a:solidFill>
                  <a:schemeClr val="lt1"/>
                </a:solidFill>
              </a:rPr>
              <a:t>What it demonstrates?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The Problem: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has_one constraint only checks pubkey match, not signature requirement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Attack Vector: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Anyone can update profile authority without the current owner's signature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Impact: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Account ownership transfer without consent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Technical Detail: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authority: UncheckedAccount&lt;'info&gt; should be authority: Signer&lt;'info&gt;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Key Learning: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Always use Signer&lt;'info&gt; when requiring transaction signatures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15025" y="329925"/>
            <a:ext cx="8795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9F803"/>
                </a:solidFill>
              </a:rPr>
              <a:t>🚨 Hunt 2:</a:t>
            </a:r>
            <a:r>
              <a:rPr b="1" lang="en" sz="1900">
                <a:solidFill>
                  <a:schemeClr val="lt1"/>
                </a:solidFill>
              </a:rPr>
              <a:t> Missing Signer Validation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